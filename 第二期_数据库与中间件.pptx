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a2a805ad78422d" /><Relationship Type="http://schemas.openxmlformats.org/officeDocument/2006/relationships/extended-properties" Target="/docProps/app.xml" Id="Rb49f34d749bf42d6" /><Relationship Type="http://schemas.openxmlformats.org/officeDocument/2006/relationships/officeDocument" Target="/ppt/presentation.xml" Id="Rf9672f2694a840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0b8fbffaf64d76"/>
  </p:sldMasterIdLst>
  <p:notesMasterIdLst>
    <p:notesMasterId xmlns:r="http://schemas.openxmlformats.org/officeDocument/2006/relationships" r:id="R5707d4b047254fba"/>
  </p:notesMasterIdLst>
  <p:sldIdLst>
    <p:sldId xmlns:r="http://schemas.openxmlformats.org/officeDocument/2006/relationships" id="256" r:id="R1a432c34466b4d0c"/>
    <p:sldId xmlns:r="http://schemas.openxmlformats.org/officeDocument/2006/relationships" id="257" r:id="Rc30a9e1c33034791"/>
    <p:sldId xmlns:r="http://schemas.openxmlformats.org/officeDocument/2006/relationships" id="258" r:id="R96ae4c5de82349b8"/>
    <p:sldId xmlns:r="http://schemas.openxmlformats.org/officeDocument/2006/relationships" id="259" r:id="Re010e8191e024e81"/>
    <p:sldId xmlns:r="http://schemas.openxmlformats.org/officeDocument/2006/relationships" id="260" r:id="Rc9a0847fd20d4c6d"/>
    <p:sldId xmlns:r="http://schemas.openxmlformats.org/officeDocument/2006/relationships" id="261" r:id="R5928dcf7492d4f3b"/>
    <p:sldId xmlns:r="http://schemas.openxmlformats.org/officeDocument/2006/relationships" id="262" r:id="R785893bd34714ace"/>
    <p:sldId xmlns:r="http://schemas.openxmlformats.org/officeDocument/2006/relationships" id="263" r:id="R3e896edd64dd4fed"/>
    <p:sldId xmlns:r="http://schemas.openxmlformats.org/officeDocument/2006/relationships" id="264" r:id="R6688b8c48d834078"/>
    <p:sldId xmlns:r="http://schemas.openxmlformats.org/officeDocument/2006/relationships" id="265" r:id="R59277d756c5d473a"/>
    <p:sldId xmlns:r="http://schemas.openxmlformats.org/officeDocument/2006/relationships" id="266" r:id="R2726ad7da0884bc9"/>
    <p:sldId xmlns:r="http://schemas.openxmlformats.org/officeDocument/2006/relationships" id="267" r:id="Rae2309595ad14c8f"/>
    <p:sldId xmlns:r="http://schemas.openxmlformats.org/officeDocument/2006/relationships" id="268" r:id="R04bb4bdb96ce4db7"/>
    <p:sldId xmlns:r="http://schemas.openxmlformats.org/officeDocument/2006/relationships" id="269" r:id="Rf53b74d8acf8436a"/>
    <p:sldId xmlns:r="http://schemas.openxmlformats.org/officeDocument/2006/relationships" id="270" r:id="R2d25fe61f9c948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47ca3737d445ec" /><Relationship Type="http://schemas.openxmlformats.org/officeDocument/2006/relationships/slideMaster" Target="/ppt/slideMasters/slideMaster1.xml" Id="Ra50b8fbffaf64d76" /><Relationship Type="http://schemas.openxmlformats.org/officeDocument/2006/relationships/notesMaster" Target="/ppt/notesMasters/notesMaster1.xml" Id="R5707d4b047254fba" /><Relationship Type="http://schemas.openxmlformats.org/officeDocument/2006/relationships/presProps" Target="/ppt/presProps.xml" Id="Rc1da456d864b4e52" /><Relationship Type="http://schemas.openxmlformats.org/officeDocument/2006/relationships/viewProps" Target="/ppt/viewProps.xml" Id="Rb8f4b59aaa074629" /><Relationship Type="http://schemas.openxmlformats.org/officeDocument/2006/relationships/tableStyles" Target="/ppt/tableStyles.xml" Id="Rfaee0ffe3f0047fe" /><Relationship Type="http://schemas.openxmlformats.org/officeDocument/2006/relationships/slide" Target="/ppt/slides/slide1.xml" Id="R1a432c34466b4d0c" /><Relationship Type="http://schemas.openxmlformats.org/officeDocument/2006/relationships/slide" Target="/ppt/slides/slide2.xml" Id="Rc30a9e1c33034791" /><Relationship Type="http://schemas.openxmlformats.org/officeDocument/2006/relationships/slide" Target="/ppt/slides/slide3.xml" Id="R96ae4c5de82349b8" /><Relationship Type="http://schemas.openxmlformats.org/officeDocument/2006/relationships/slide" Target="/ppt/slides/slide4.xml" Id="Re010e8191e024e81" /><Relationship Type="http://schemas.openxmlformats.org/officeDocument/2006/relationships/slide" Target="/ppt/slides/slide5.xml" Id="Rc9a0847fd20d4c6d" /><Relationship Type="http://schemas.openxmlformats.org/officeDocument/2006/relationships/slide" Target="/ppt/slides/slide6.xml" Id="R5928dcf7492d4f3b" /><Relationship Type="http://schemas.openxmlformats.org/officeDocument/2006/relationships/slide" Target="/ppt/slides/slide7.xml" Id="R785893bd34714ace" /><Relationship Type="http://schemas.openxmlformats.org/officeDocument/2006/relationships/slide" Target="/ppt/slides/slide8.xml" Id="R3e896edd64dd4fed" /><Relationship Type="http://schemas.openxmlformats.org/officeDocument/2006/relationships/slide" Target="/ppt/slides/slide9.xml" Id="R6688b8c48d834078" /><Relationship Type="http://schemas.openxmlformats.org/officeDocument/2006/relationships/slide" Target="/ppt/slides/slide10.xml" Id="R59277d756c5d473a" /><Relationship Type="http://schemas.openxmlformats.org/officeDocument/2006/relationships/slide" Target="/ppt/slides/slide11.xml" Id="R2726ad7da0884bc9" /><Relationship Type="http://schemas.openxmlformats.org/officeDocument/2006/relationships/slide" Target="/ppt/slides/slide12.xml" Id="Rae2309595ad14c8f" /><Relationship Type="http://schemas.openxmlformats.org/officeDocument/2006/relationships/slide" Target="/ppt/slides/slide13.xml" Id="R04bb4bdb96ce4db7" /><Relationship Type="http://schemas.openxmlformats.org/officeDocument/2006/relationships/slide" Target="/ppt/slides/slide14.xml" Id="Rf53b74d8acf8436a" /><Relationship Type="http://schemas.openxmlformats.org/officeDocument/2006/relationships/slide" Target="/ppt/slides/slide15.xml" Id="R2d25fe61f9c948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dab93d479347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39a54105d044b8" /><Relationship Type="http://schemas.openxmlformats.org/officeDocument/2006/relationships/notesMaster" Target="/ppt/notesMasters/notesMaster1.xml" Id="R64002595077044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54f9dde20345c7" /><Relationship Type="http://schemas.openxmlformats.org/officeDocument/2006/relationships/notesMaster" Target="/ppt/notesMasters/notesMaster1.xml" Id="R2ebf2edcc2ae41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f9307a8c894cae" /><Relationship Type="http://schemas.openxmlformats.org/officeDocument/2006/relationships/notesMaster" Target="/ppt/notesMasters/notesMaster1.xml" Id="Rd14b9345eaba46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36e1cfad5b4d70" /><Relationship Type="http://schemas.openxmlformats.org/officeDocument/2006/relationships/notesMaster" Target="/ppt/notesMasters/notesMaster1.xml" Id="R1281ff60493244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10b897874e4b75" /><Relationship Type="http://schemas.openxmlformats.org/officeDocument/2006/relationships/notesMaster" Target="/ppt/notesMasters/notesMaster1.xml" Id="R9de8a7222c6246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51f06a08a545ee" /><Relationship Type="http://schemas.openxmlformats.org/officeDocument/2006/relationships/notesMaster" Target="/ppt/notesMasters/notesMaster1.xml" Id="Rabec9ed4ce224f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97b8d3cb784cb3" /><Relationship Type="http://schemas.openxmlformats.org/officeDocument/2006/relationships/notesMaster" Target="/ppt/notesMasters/notesMaster1.xml" Id="R6e9bf0f986054b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e0b5e4d4c0418b" /><Relationship Type="http://schemas.openxmlformats.org/officeDocument/2006/relationships/notesMaster" Target="/ppt/notesMasters/notesMaster1.xml" Id="R58b7ef48fc2142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f526abe8334e40" /><Relationship Type="http://schemas.openxmlformats.org/officeDocument/2006/relationships/notesMaster" Target="/ppt/notesMasters/notesMaster1.xml" Id="R1261f7b0684048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c12a3828a046c4" /><Relationship Type="http://schemas.openxmlformats.org/officeDocument/2006/relationships/notesMaster" Target="/ppt/notesMasters/notesMaster1.xml" Id="Rf90cd02ff4da4d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a9ee8e33ce41ba" /><Relationship Type="http://schemas.openxmlformats.org/officeDocument/2006/relationships/notesMaster" Target="/ppt/notesMasters/notesMaster1.xml" Id="R50677128a35244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bd593bc09e482c" /><Relationship Type="http://schemas.openxmlformats.org/officeDocument/2006/relationships/notesMaster" Target="/ppt/notesMasters/notesMaster1.xml" Id="Rd20c46c2026e40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cb615c92e6481c" /><Relationship Type="http://schemas.openxmlformats.org/officeDocument/2006/relationships/notesMaster" Target="/ppt/notesMasters/notesMaster1.xml" Id="R2bb06fa5dc634f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d7aa1477b34f42" /><Relationship Type="http://schemas.openxmlformats.org/officeDocument/2006/relationships/notesMaster" Target="/ppt/notesMasters/notesMaster1.xml" Id="R76020ce26c4e48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745b59e57d4667" /><Relationship Type="http://schemas.openxmlformats.org/officeDocument/2006/relationships/notesMaster" Target="/ppt/notesMasters/notesMaster1.xml" Id="R71027a166a9b49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3d0954a0246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e3d4825df9426d" /><Relationship Type="http://schemas.openxmlformats.org/officeDocument/2006/relationships/slideLayout" Target="/ppt/slideLayouts/slideLayout1.xml" Id="R21759e54d7cf498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759e54d7cf49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5712a34454fb5" /><Relationship Type="http://schemas.openxmlformats.org/officeDocument/2006/relationships/notesSlide" Target="/ppt/notesSlides/notesSlide1.xml" Id="Rf9c2548a88dd4a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9e11c303d40cf" /><Relationship Type="http://schemas.openxmlformats.org/officeDocument/2006/relationships/notesSlide" Target="/ppt/notesSlides/notesSlide2.xml" Id="R435ff332a1594e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8a441a99a472a" /><Relationship Type="http://schemas.openxmlformats.org/officeDocument/2006/relationships/notesSlide" Target="/ppt/notesSlides/notesSlide3.xml" Id="R0500471c3d3546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29def5bf243df" /><Relationship Type="http://schemas.openxmlformats.org/officeDocument/2006/relationships/notesSlide" Target="/ppt/notesSlides/notesSlide4.xml" Id="R776c338466974b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9c53518dc4ee3" /><Relationship Type="http://schemas.openxmlformats.org/officeDocument/2006/relationships/notesSlide" Target="/ppt/notesSlides/notesSlide5.xml" Id="Re258da1843f54b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6077268f849ce" /><Relationship Type="http://schemas.openxmlformats.org/officeDocument/2006/relationships/notesSlide" Target="/ppt/notesSlides/notesSlide6.xml" Id="Ra047ec38dc7f48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0c6b98b5048a3" /><Relationship Type="http://schemas.openxmlformats.org/officeDocument/2006/relationships/notesSlide" Target="/ppt/notesSlides/notesSlide7.xml" Id="Rfd966312a9d844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a5676b6ec4963" /><Relationship Type="http://schemas.openxmlformats.org/officeDocument/2006/relationships/notesSlide" Target="/ppt/notesSlides/notesSlide8.xml" Id="R93b774f620c94a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fe42c434e4a6b" /><Relationship Type="http://schemas.openxmlformats.org/officeDocument/2006/relationships/notesSlide" Target="/ppt/notesSlides/notesSlide9.xml" Id="R4642701e3f8248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d2a6921d24cdd" /><Relationship Type="http://schemas.openxmlformats.org/officeDocument/2006/relationships/notesSlide" Target="/ppt/notesSlides/notesSlide10.xml" Id="R49d4c04cc85b48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634d13665460f" /><Relationship Type="http://schemas.openxmlformats.org/officeDocument/2006/relationships/notesSlide" Target="/ppt/notesSlides/notesSlide11.xml" Id="R79a8d4ced48142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0dbb4760648b0" /><Relationship Type="http://schemas.openxmlformats.org/officeDocument/2006/relationships/notesSlide" Target="/ppt/notesSlides/notesSlide12.xml" Id="R563ea2318eca43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0dcffe0584eb3" /><Relationship Type="http://schemas.openxmlformats.org/officeDocument/2006/relationships/notesSlide" Target="/ppt/notesSlides/notesSlide13.xml" Id="R83ab6543d00a48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64a7c9bfb4e6f" /><Relationship Type="http://schemas.openxmlformats.org/officeDocument/2006/relationships/notesSlide" Target="/ppt/notesSlides/notesSlide14.xml" Id="R7567a3edba6943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acf2b93ce4aac" /><Relationship Type="http://schemas.openxmlformats.org/officeDocument/2006/relationships/notesSlide" Target="/ppt/notesSlides/notesSlide15.xml" Id="R0ae8b480852145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687EAA4-35AF-43C3-8EE0-8CCB59BA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PHASE 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1B835F7-B393-4F32-A9A4-150CE8C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85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数据库与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中间件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E8E15D-4A96-4791-AD59-659987E4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6362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5F66"/>
                </a:solidFill>
              </a:defRPr>
            </a:pPr>
            <a:r>
              <a:rPr sz="1800" b="0">
                <a:solidFill>
                  <a:srgbClr val="5B5F66"/>
                </a:solidFill>
              </a:rPr>
              <a:t>这一期你要开始真的碰后端三件套：把数据存下来、把热点数据跑快、把异步任务拆出去。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44E134C5-9F7D-4428-884F-1A98AD0C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19150"/>
            <a:ext cx="3733800" cy="4762500"/>
          </a:xfrm>
          <a:prstGeom xmlns:a="http://schemas.openxmlformats.org/drawingml/2006/main" prst="roundRect">
            <a:avLst>
              <a:gd name="adj" fmla="val 459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33A1C03-8B30-4753-8AC8-3D5E7E22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573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这一期你会学到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E7FFE27-B994-4549-9A45-FA5912E4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1. MySQL、Redis、RabbitMQ 各自负责什么？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2. 聊天系统里什么该进库，什么该进缓存？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3. 什么场景必须走异步队列？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4. 这一期结束后，你能自己搭出什么？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16044A-1160-489B-95CE-93975934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15368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BE5ED91-D01C-41D7-B3D2-47B1DE5B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TAKEAWAYS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01228DD-E4EB-4DBD-BCA3-213B928E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上完第二期，你至少要会三件事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1060D266-633F-485A-9439-969E2B6D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62350" cy="28194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4EF73EA-FE26-4B04-8C6C-0B494761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D303097-1D63-4AB6-95C9-79B34432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会设计 MySQL 存储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E92F7A-79AB-4733-BAD4-53721E08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知道聊天记录、用户信息、任务状态这类数据为什么要老老实实落到 MySQL，而不是全塞进内存。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C969500-6B1E-4600-A417-A1A453C3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95500"/>
            <a:ext cx="3562350" cy="28194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E00ED76-7B1C-436D-8F3F-7C59C02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D60A818-75FD-4F32-A1F7-3BDA1A2F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71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会用 Redis 做加速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1794312-8F1C-4AB8-A45C-A4D80F4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099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知道会话上下文、热点结果、验证码这类短期数据为什么适合进 Redis，也知道缓存不是永久存储。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81EAF7EC-7446-441F-BBBB-D3F71A94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562350" cy="28194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6628A95-4D50-4A42-9364-4B2AC29A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860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676C16C-D0F2-4DA2-B4D7-942673D9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会把 RabbitMQ 接进链路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01A4983-E4DA-45D7-8783-5A3B520A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099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开始理解哪些任务不该同步堵住接口，比如日志落库、消息投递、批量处理和通知发送。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D02B5C3-46D1-4F63-AF93-CD20B40A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7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这一期不是背概念，而是让你敢把 MySQL、Redis、RabbitMQ 真接进一个后端接口。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6DAB165-E8CE-4AED-92FB-B47AC70A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614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A550764-7EAC-42A2-8372-0B612ABE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PHASE 2 MAP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E7A03E7-0896-4EC4-BD02-2BF8DCAD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第二期就围着这四块学，最后把它们串成一条链路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E2B44B98-D845-4032-B9E6-F3B74E3F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9DDBF2B-8CBA-4618-B7AE-7FB7A22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03A4476-11D4-4D2E-AE4D-B120C544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MySQL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AD5FC2D-B5E8-4F6D-A816-59C81181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学会表、行、字段、主键、索引和最基础的增删改查，把数据真正存住。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40E65E2-E3F1-4039-AD03-9E8FCD19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FEBE56F-110B-42DA-93A4-6749490B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AF8F0B-0BE7-43B9-9CD0-35495717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Redis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74D42EF-C6B4-4E25-B9CE-0331E155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学会 key、过期时间、哈希和列表，知道哪些数据该快读快写，哪些不该放这里。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A824FAE6-C82C-4E25-951F-99C0272F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64D1026-9DD0-4D66-B623-9E661FEB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48D4A14-0A31-425A-8D9A-6E5DAE05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RabbitMQ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FF38F80-940E-4ABD-9460-28447816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学会生产者、消费者和队列，知道同步接口扛不住时，任务应该怎么异步拆开。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A561A15F-1E89-4B84-8D11-B11522F0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E0302FA-5AC8-4E38-9D81-B9E47DC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F93F176-079F-41BF-A2C9-D0B00B5C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综合实践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03442A8-81C2-4CDF-AAD8-05E87C1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把接口、MySQL、Redis 和 RabbitMQ 串起来，做一个最小可运行聊天后端。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9E44A50-8A56-4108-A022-BF770CA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不要把三样中间件分开背，重点是知道它们在真实项目里为什么要一起出现。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83A7FA3-D95F-47DC-A600-5AC72222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1718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8C43CCC-4CA0-41EC-B6C1-C72E34A2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MYSQL BASICS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687065F-3629-4E34-9CB9-1AE1FE97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先把 MySQL 最常用的三件事学会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0D04D99-CED3-4A3A-A849-B3CFBDA3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你先不用追求很深，先把建表、查询和更新三类动作跑顺，后面接接口就会轻松很多。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7FDD1178-3374-44AB-948D-BBE532A3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623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379862-A3AD-4E01-822A-54A1412D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A051FF0-1FA6-4A38-8B6D-C8948D14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先会建表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C236B4-D8E6-403B-9CCC-6134D9DB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先知道一张消息表至少需要哪些字段，主键、时间字段和索引为什么重要。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4953A589-C8B6-4A88-A536-F7B5E986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00250"/>
            <a:ext cx="35623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557E287-0213-49DA-B24D-D905BFD8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089A77A-3430-4C89-B7AB-413AAB8B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再会查询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62CA31-DE24-4C62-82D8-F2F227FC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147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先把按 session 查聊天记录、按时间排序、按条件过滤这几种常见查询写明白。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A06C862-3CDB-4C82-89F6-92963D82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5623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67CC140-4F24-4B5A-B381-EDBE5370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54FD46-62CA-47BF-BC3B-96187FE5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最后会更新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69171D8-3AE2-45F4-BBD9-7F4DE317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147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知道一条消息什么时候该更新状态，什么时候只追加不修改，开始建立真实业务数据思维。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AF9ED9AE-3E24-4B17-B897-C5976F84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81600"/>
            <a:ext cx="95059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009F516-0244-40D3-8290-A3974723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91150"/>
            <a:ext cx="893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你至少先认得这几句 SQL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A3BABA2-F333-4454-B4EB-ACF8BC7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91200"/>
            <a:ext cx="893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CREATE TABLE    INSERT INTO    SELECT ... WHERE ...    UPDATE ... SET ...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E9DDB09-0C3B-4667-9FBD-5082D0B9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0694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A550764-7EAC-42A2-8372-0B612ABE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SQL OVERVIEW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E7A03E7-0896-4EC4-BD02-2BF8DCAD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SQL 是操作关系型数据库的全集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E2B44B98-D845-4032-B9E6-F3B74E3F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9DDBF2B-8CBA-4618-B7AE-7FB7A22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03A4476-11D4-4D2E-AE4D-B120C544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DDL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AD5FC2D-B5E8-4F6D-A816-59C81181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定义数据的骨架，也就是库、表、字段、索引这些结构。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40E65E2-E3F1-4039-AD03-9E8FCD19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FEBE56F-110B-42DA-93A4-6749490B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AF8F0B-0BE7-43B9-9CD0-35495717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DML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74D42EF-C6B4-4E25-B9CE-0331E155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操作数据本身，最常见的动作就是新增、修改和删除。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A824FAE6-C82C-4E25-951F-99C0272F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64D1026-9DD0-4D66-B623-9E661FEB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48D4A14-0A31-425A-8D9A-6E5DAE05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DQL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FF38F80-940E-4ABD-9460-28447816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负责把你要的数据查出来，平时写得最多的是各种 SELECT 查询。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A561A15F-1E89-4B84-8D11-B11522F0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E0302FA-5AC8-4E38-9D81-B9E47DC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F93F176-079F-41BF-A2C9-D0B00B5C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DCL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03442A8-81C2-4CDF-AAD8-05E87C1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负责权限和事务控制，不直接承载具体业务数据内容。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9E44A50-8A56-4108-A022-BF770CA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先记一句：DDL 管结构，DML 管增删改，DQL 管查询，DCL 管权限和事务。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83A7FA3-D95F-47DC-A600-5AC72222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01718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A550764-7EAC-42A2-8372-0B612ABE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DDL COMMANDS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E7A03E7-0896-4EC4-BD02-2BF8DCAD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DDL 不只是建表，建库、改表、删表也都要认识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E2B44B98-D845-4032-B9E6-F3B74E3F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9DDBF2B-8CBA-4618-B7AE-7FB7A22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03A4476-11D4-4D2E-AE4D-B120C544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CREATE DATABASE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AD5FC2D-B5E8-4F6D-A816-59C81181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CREATE DATABASE chat_db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CHARACTER SET utf8mb4;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40E65E2-E3F1-4039-AD03-9E8FCD19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FEBE56F-110B-42DA-93A4-6749490B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AF8F0B-0BE7-43B9-9CD0-35495717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CREATE TABLE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74D42EF-C6B4-4E25-B9CE-0331E155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CREATE TABLE chat_message (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id BIGINT PRIMARY KEY,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session_id VARCHAR(64)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);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A824FAE6-C82C-4E25-951F-99C0272F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64D1026-9DD0-4D66-B623-9E661FEB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48D4A14-0A31-425A-8D9A-6E5DAE05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ALTER TABLE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FF38F80-940E-4ABD-9460-28447816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ALTER TABLE chat_message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ADD COLUMN status VARCHAR(20);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A561A15F-1E89-4B84-8D11-B11522F0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E0302FA-5AC8-4E38-9D81-B9E47DC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F93F176-079F-41BF-A2C9-D0B00B5C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DROP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03442A8-81C2-4CDF-AAD8-05E87C1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DROP TABLE chat_message;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DROP DATABASE chat_db;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9E44A50-8A56-4108-A022-BF770CA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你先把 DDL 记成四件事：建库、建表、改结构、删结构，后面写业务表时就不会只会 CREATE TABLE。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83A7FA3-D95F-47DC-A600-5AC72222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01718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A550764-7EAC-42A2-8372-0B612ABE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SQL CASES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E7A03E7-0896-4EC4-BD02-2BF8DCAD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先建一张表，后面的案例都围着它来写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E2B44B98-D845-4032-B9E6-F3B74E3F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9DDBF2B-8CBA-4618-B7AE-7FB7A22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03A4476-11D4-4D2E-AE4D-B120C544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DDL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AD5FC2D-B5E8-4F6D-A816-59C81181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CREATE TABLE chat_message (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id BIGINT PRIMARY KEY,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session_id VARCHAR(64),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role VARCHAR(20),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content TEXT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);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40E65E2-E3F1-4039-AD03-9E8FCD19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FEBE56F-110B-42DA-93A4-6749490B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AF8F0B-0BE7-43B9-9CD0-35495717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DML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74D42EF-C6B4-4E25-B9CE-0331E155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INSERT INTO chat_message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(id, session_id, role, content)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VALUES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(1, 's1', 'user', '你好');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A824FAE6-C82C-4E25-951F-99C0272F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64D1026-9DD0-4D66-B623-9E661FEB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48D4A14-0A31-425A-8D9A-6E5DAE05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DQL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FF38F80-940E-4ABD-9460-28447816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SELECT id, role, content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FROM chat_message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WHERE session_id = 's1';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A561A15F-1E89-4B84-8D11-B11522F0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57175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E0302FA-5AC8-4E38-9D81-B9E47DC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F93F176-079F-41BF-A2C9-D0B00B5C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242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DCL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03442A8-81C2-4CDF-AAD8-05E87C1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2152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GRANT SELECT, INSERT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ON chat_db.chat_message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TO 'student'@'%';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9E44A50-8A56-4108-A022-BF770CA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先把 chat_message 表建出来，后面新增消息、查询历史、授权访问都围着这张表去理解。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83A7FA3-D95F-47DC-A600-5AC72222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01718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1E59703-8878-4D02-A376-DF74FCFC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TRANSACTION BASICS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4E6C5A-77AE-49A6-AA39-2133C80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事务管理的核心，是让一组 SQL 要么都成功，要么都失败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CAEC7B-8388-4B4C-8F66-42C13B01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像转账、下单扣库存、写订单这类动作，最怕只执行成功一半，所以数据库需要事务。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D2B10FA4-0329-4011-9F19-89D9D829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68580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F99DE3-6FC1-42DE-9C28-D87ED6A6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先看一个最小事务例子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5980618-DDDE-442B-9166-981DF25C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6515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START TRANSACTION;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UPDATE account SET balance = balance - 100</a:t>
            </a:r>
          </a:p>
          <a:p xmlns:a="http://schemas.openxmlformats.org/drawingml/2006/main">
            <a:pPr>
              <a:buNone/>
              <a:defRPr sz="975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WHERE user_id = 1;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UPDATE account SET balance = balance + 100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WHERE user_id = 2;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COMMIT;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>
              <a:buNone/>
              <a:defRPr sz="975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-- 如果中间出错，就执行 ROLLBACK;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333556E-7F39-4D0F-9AC6-B7DDA31F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62150"/>
            <a:ext cx="37719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7BEABCC-6369-46C9-9FCD-D46EA163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为什么要有事务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CF80FD3-5BE0-41C4-92CB-E5AC34EE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3409950" cy="675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因为业务里经常有一组强关联操作，不能第一步成功、第二步失败，最后把数据留在半完成状态。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931C5C1-0CA8-4F7B-A2AB-B11162CE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690" y="3410585"/>
            <a:ext cx="3815715" cy="1491615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9830CB0-E0B8-45E5-AF38-BB5F7C2F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04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提交和回滚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ADCE230-14A8-4419-9355-9D6E29F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全部成功就 COMMIT；只要中间某一步出错，就 ROLLBACK，让数据库回到开始前的状态。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50D9615-5873-455F-8679-EF13DE0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13325"/>
            <a:ext cx="3815715" cy="160274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8F75BF-2240-4299-9EE6-A5E3452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你先记住一句话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222999E-DA73-4C8A-AE8D-DB1ABA8C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86400"/>
            <a:ext cx="3352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事务管理的重点不是语法，而是保证一组相关数据改动的一致性。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1E3DDE1-EE30-4F16-B443-01C22FD7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03188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215E4E9-8230-4885-A88F-3828CBD2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DATA FLOW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B1B366-8BD7-4C0A-8BDF-00580567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MySQL、Redis、RabbitMQ 经常一起上，但分工完全不同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78D10252-E065-4B40-A684-6F44EE00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3340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26F5EEF-DB28-4742-A443-B4FA6BD1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MySQL：负责存得住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CCBE7E2-11D9-4D3C-B78F-4798AC7A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49911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CREATE TABLE chat_message (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id BIGINT PRIMARY KEY,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session_id VARCHAR(64),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role VARCHAR(20),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content TEXT,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created_at DATETIME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);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56B93251-D656-416D-8274-AE4374EC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53340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3E7A46D-B9AB-4EE0-971C-1376B93A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Redis：负责拿得快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9CA2A57-7236-4AA5-8D65-CB7460DF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49911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SET chat:session:1001 "..."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EXPIRE chat:session:1001 1800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HSET user:1001 profile name "Tom"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LPUSH recent:questions "第二期学什么"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6073F47B-C925-43B5-BCA1-F6D5F480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360670" cy="1306195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5504E31-B275-449B-BEA2-61DB2469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RabbitMQ 适合什么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0766531-D965-4F08-8DCB-10EEBFF7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914900" cy="656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接口不该同步干完的活，比如通知发送、异步落库、批量处理，都可以先丢进队列。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6C68B2C2-3600-468A-97C9-B137A162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57700"/>
            <a:ext cx="5349875" cy="1293495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8C93F5B-4A1D-46B2-B1BA-22EDFCA6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482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三者怎么配合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DE9A689-8770-4BF2-83CF-096AB5AC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86350"/>
            <a:ext cx="494093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MySQL 管结果，Redis 管速度，RabbitMQ 管削峰和异步，这才是后端里更常见的组合。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602DC42-5D97-47E6-982F-37110F58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137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学这一期时，你不要问“谁更强”，要问“这条数据现在最适合待在哪里”。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89C8AD4-F4F7-4A15-8DBC-2F6E9A76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069861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1E59703-8878-4D02-A376-DF74FCFC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DJANGO CONFIG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4E6C5A-77AE-49A6-AA39-2133C80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如果你用 Django，这三件套先配进 settings.py，后面接功能才顺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CAEC7B-8388-4B4C-8F66-42C13B01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不要等写业务时再回头补配置，数据库、缓存、队列先接通，后面的登录、聊天、异步任务才会稳定。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D2B10FA4-0329-4011-9F19-89D9D829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68580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F99DE3-6FC1-42DE-9C28-D87ED6A6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settings.py / celery.py 最小配置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5980618-DDDE-442B-9166-981DF25C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6515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DATABASES = {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"default": {</a:t>
            </a:r>
          </a:p>
          <a:p xmlns:a="http://schemas.openxmlformats.org/drawingml/2006/main">
            <a:pPr>
              <a:buNone/>
              <a:defRPr sz="90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"ENGINE": "django.db.backends.mysql",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"NAME": "chat_db",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"HOST": "127.0.0.1",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>
              <a:buNone/>
              <a:defRPr sz="90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CACHES = {"default": {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"BACKEND": "django_redis.cache.RedisCache",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"LOCATION": "redis://127.0.0.1:6379/1"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}}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CELERY_BROKER_URL = "amqp://guest:guest@127.0.0.1:5672//"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CELERY_RESULT_BACKEND = "redis://127.0.0.1:6379/2"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333556E-7F39-4D0F-9AC6-B7DDA31F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62150"/>
            <a:ext cx="37719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7BEABCC-6369-46C9-9FCD-D46EA163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MySQL 先落在 DATABASES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CF80FD3-5BE0-41C4-92CB-E5AC34EE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3409950" cy="675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Django 项目里真正连数据库，先看的是 settings.py 里的 DATABASES；只有连通后，migrate 和 ORM 才跑得起来。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931C5C1-0CA8-4F7B-A2AB-B11162CE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690" y="3410585"/>
            <a:ext cx="3815715" cy="1491615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9830CB0-E0B8-45E5-AF38-BB5F7C2F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04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Redis 常配缓存和会话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ADCE230-14A8-4419-9355-9D6E29F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如果你要做热点数据、验证码、登录态或短期上下文，通常会在 Django 里接 django-redis，把它放进 CACHES。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50D9615-5873-455F-8679-EF13DE0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13325"/>
            <a:ext cx="3815715" cy="160274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8F75BF-2240-4299-9EE6-A5E3452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RabbitMQ 一般配合 Celery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222999E-DA73-4C8A-AE8D-DB1ABA8C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86400"/>
            <a:ext cx="3352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在 Django 里，RabbitMQ 很少单独裸用，更多是给 Celery 当 broker，让接口只负责发任务，worker 在后面消费。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1E3DDE1-EE30-4F16-B443-01C22FD7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31889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1E59703-8878-4D02-A376-DF74FCFC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QUEUE SCENE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4E6C5A-77AE-49A6-AA39-2133C80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为什么项目里还要再加一个 RabbitMQ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CAEC7B-8388-4B4C-8F66-42C13B01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因为不是所有事情都该让接口当场做完，尤其是慢任务和高峰期任务。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D2B10FA4-0329-4011-9F19-89D9D829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68580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F99DE3-6FC1-42DE-9C28-D87ED6A6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一个典型异步场景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5980618-DDDE-442B-9166-981DF25C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6515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用户发消息 -&gt; 接口先返回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      -&gt; 消息入 MySQL</a:t>
            </a:r>
          </a:p>
          <a:p xmlns:a="http://schemas.openxmlformats.org/drawingml/2006/main">
            <a:pPr>
              <a:buNone/>
              <a:defRPr sz="975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      -&gt; 会话写 Redis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      -&gt; 任务投到 RabbitMQ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      -&gt; 消费者异步处理通知 / 统计 / 审计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333556E-7F39-4D0F-9AC6-B7DDA31F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62150"/>
            <a:ext cx="37719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7BEABCC-6369-46C9-9FCD-D46EA163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什么该同步做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CF80FD3-5BE0-41C4-92CB-E5AC34EE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3409950" cy="675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用户等着看的核心结果，比如接口响应、必要校验、关键写库，应该先完成。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931C5C1-0CA8-4F7B-A2AB-B11162CE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690" y="3410585"/>
            <a:ext cx="3815715" cy="1491615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9830CB0-E0B8-45E5-AF38-BB5F7C2F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04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什么该异步做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ADCE230-14A8-4419-9355-9D6E29F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发通知、做统计、刷报表、批量回调这类慢操作，更适合扔进 RabbitMQ 后面慢慢消费。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50D9615-5873-455F-8679-EF13DE0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13325"/>
            <a:ext cx="3815715" cy="160274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8F75BF-2240-4299-9EE6-A5E3452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你先记住一句话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222999E-DA73-4C8A-AE8D-DB1ABA8C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86400"/>
            <a:ext cx="3352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RabbitMQ 不是用来代替数据库，而是用来把“现在不用立刻做完的事”挪到后面。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1E3DDE1-EE30-4F16-B443-01C22FD7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31889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1E59703-8878-4D02-A376-DF74FCFC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BROKER COMPARISON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4E6C5A-77AE-49A6-AA39-2133C80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Redis 更快更轻，RabbitMQ 更强更稳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CAEC7B-8388-4B4C-8F66-42C13B01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两者都是 Celery 官方支持的 Broker。选 Redis 看重速度和简洁，选 RabbitMQ 看重可靠性和复杂路由。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D2B10FA4-0329-4011-9F19-89D9D829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68580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F99DE3-6FC1-42DE-9C28-D87ED6A6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五个维度看差异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5980618-DDDE-442B-9166-981DF25C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6515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1. 核心定位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Redis: 内存数据库，顺带承担消息队列</a:t>
            </a:r>
          </a:p>
          <a:p xmlns:a="http://schemas.openxmlformats.org/drawingml/2006/main">
            <a:pPr>
              <a:buNone/>
              <a:defRPr sz="90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RabbitMQ: 专业消息中间件，原生就是 Broker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/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2. 性能与速度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Redis: 海量小消息、低延迟更有优势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RabbitMQ: 吞吐也强，但功能更完整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/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3. 可靠性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Redis: 简单够用，但要关注重复消费和超时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RabbitMQ: 持久化、ACK、发布确认更完整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/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4. 功能与路由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Redis: 路由能力有限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RabbitMQ: Direct / Topic / Fanout 更灵活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/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5. 消息大小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Redis: 大消息不友好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RabbitMQ: 更适合复杂和大消息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333556E-7F39-4D0F-9AC6-B7DDA31F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62150"/>
            <a:ext cx="37719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7BEABCC-6369-46C9-9FCD-D46EA163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优先选 Redis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CF80FD3-5BE0-41C4-92CB-E5AC34EE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3409950" cy="675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B5F66"/>
                </a:solidFill>
                <a:latin typeface="Calibri"/>
                <a:ea typeface="Calibri"/>
                <a:cs typeface="Calibri"/>
              </a:rPr>
              <a:t>已经用 Redis 做缓存或结果存储；任务消息较小、追求低延迟；开发、测试和中小项目想先跑起来。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931C5C1-0CA8-4F7B-A2AB-B11162CE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690" y="3410585"/>
            <a:ext cx="3815715" cy="1491615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9830CB0-E0B8-45E5-AF38-BB5F7C2F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04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优先选 RabbitMQ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ADCE230-14A8-4419-9355-9D6E29F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B5F66"/>
                </a:solidFill>
                <a:latin typeface="Calibri"/>
                <a:ea typeface="Calibri"/>
                <a:cs typeface="Calibri"/>
              </a:rPr>
              <a:t>可靠性放在第一位；需要复杂路由、大消息或精细确认；团队愿意维护一套更完整的消息系统。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50D9615-5873-455F-8679-EF13DE0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13325"/>
            <a:ext cx="3815715" cy="160274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8F75BF-2240-4299-9EE6-A5E3452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经典组合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222999E-DA73-4C8A-AE8D-DB1ABA8C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86400"/>
            <a:ext cx="3352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B5F66"/>
                </a:solidFill>
                <a:latin typeface="Calibri"/>
                <a:ea typeface="Calibri"/>
                <a:cs typeface="Calibri"/>
              </a:rPr>
              <a:t>RabbitMQ 做 Broker，Redis 做 Result Backend。前者保消息可靠，后者保结果读取速度，这在生产里很常见。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1E3DDE1-EE30-4F16-B443-01C22FD7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31889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5C871F1-A282-49B8-9E84-70643664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PHASE 2 OUTLINE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2AC6923-72AC-4AEA-946F-BED888DA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第二期你就按这六个模块往下学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8916EF9-F0BB-4494-9BCE-47D825CB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7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目标很明确：你最后要能把 MySQL、Redis、RabbitMQ 接进一个真实接口。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2CD5E78A-1C07-4BEF-8CE5-FE882575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68580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D78695E-E118-409E-BD15-C0C5B174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六个练习模块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A88CB26-BBCC-4DED-AB48-599BD7F6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6515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1. MySQL 表结构与基础 SQL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2. 事务管理与一致性</a:t>
            </a:r>
          </a:p>
          <a:p xmlns:a="http://schemas.openxmlformats.org/drawingml/2006/main">
            <a:pPr>
              <a:buNone/>
              <a:defRPr sz="975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3. 聊天记录的查询与更新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4. Redis key 设计与过期策略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5. RabbitMQ 生产者与消费者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6. MySQL + Redis + RabbitMQ mini demo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F6E032B3-2965-48CC-80AD-6C244BAF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62150"/>
            <a:ext cx="37719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16A729E-2B9C-40F0-85D7-9A03C692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你先知道什么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946A4F-D721-415B-A63E-7935772F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9080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事务不是额外装饰，它和表结构、查询一样，都是 MySQL 真实业务里必须会碰到的部分。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68E2B0E-7979-4DE2-BA61-6A6C4742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89045"/>
            <a:ext cx="3777615" cy="134239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E6F8211-D8E0-4695-8921-A5F448B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39243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你最后要做到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6AEC2F8-9D8C-4264-9FAA-7E72E62B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436499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你最后要能自己讲清楚：一条消息为什么落 MySQL、什么时候读 Redis、什么任务要丢 RabbitMQ。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988F2A1-4D9D-4607-BDC3-4144C390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528931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15FB171-09C1-410D-BA32-4FBE7352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NEXT STEPS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7AD742A-F7C2-497E-9267-2C10F031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学完第二期，你应该能自己动手做三件事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AF2D5CCC-D8BB-44FF-9D31-E3D303E2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33909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6BAE3C6-5B2A-4683-8ACC-76CD8B5C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620BE29-A8C4-44A5-8DDB-A9ED52F1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存数据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B1FFF0-08BF-42E4-B3D3-ECD00718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971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把聊天记录和任务状态写进 MySQL，并能按 session 把历史消息查回来。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5FAE6CB-1203-4AAD-803C-FD4C35D9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33909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30AB0B4-6984-4B6D-B3B6-7A88191A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5CE6032-EBDF-4102-9260-4B2DA729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做缓存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53D303F-1E61-47DC-AB48-A55D8606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2971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把短期会话、热点结果或临时状态放进 Redis，并知道过期时间该怎么设。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B81D4099-9654-4782-B8BB-6B5891A2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33909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74E1662-C054-460D-B855-59DD2DDB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1093802-DFB1-418A-A0AF-3F54B30F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拆异步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EF57FE3-8B54-4277-984A-8DE883E4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971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把通知、统计或回调这类慢任务丢进 RabbitMQ，让接口先快一点返回。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7A73FB7-4623-406A-8052-A5F3AADE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101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第二期结束后，你就不只是会调接口，而是开始具备真实后端支撑能力。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17B3637-ED63-4ADF-9168-3AB6BB73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251245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15FB171-09C1-410D-BA32-4FBE7352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HOMEWORK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7AD742A-F7C2-497E-9267-2C10F031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7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课后作业：做一个带 MySQL、Redis、RabbitMQ 的聊天接口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AF2D5CCC-D8BB-44FF-9D31-E3D303E2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33909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6BAE3C6-5B2A-4683-8ACC-76CD8B5C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620BE29-A8C4-44A5-8DDB-A9ED52F1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建表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B1FFF0-08BF-42E4-B3D3-ECD00718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971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设计一张消息表，至少包含 session_id、role、content、status 和 created_at 这些字段。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5FAE6CB-1203-4AAD-803C-FD4C35D9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33909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30AB0B4-6984-4B6D-B3B6-7A88191A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5CE6032-EBDF-4102-9260-4B2DA729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做缓存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53D303F-1E61-47DC-AB48-A55D8606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2971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用 Redis 保存当前会话最近几轮消息或任务临时状态，并设置合理过期时间。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B81D4099-9654-4782-B8BB-6B5891A2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339090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74E1662-C054-460D-B855-59DD2DDB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1093802-DFB1-418A-A0AF-3F54B30F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接队列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EF57FE3-8B54-4277-984A-8DE883E4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971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实现一个最小聊天接口：写 MySQL、读 Redis、发 RabbitMQ 消息，并让消费者处理一个异步任务。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7A73FB7-4623-406A-8052-A5F3AADE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101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如果你能把“MySQL、Redis、RabbitMQ”三件事串起来，第三期再进 Python 基础就会顺很多。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17B3637-ED63-4ADF-9168-3AB6BB73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48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25124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2026-08-03T06:54:24.4250000Z</dcterms:created>
  <dcterms:modified xsi:type="dcterms:W3CDTF">2026-08-03T06:54:24.4250000Z</dcterms:modified>
</coreProperties>
</file>